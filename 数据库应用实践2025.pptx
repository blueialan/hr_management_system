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3" r:id="rId13"/>
    <p:sldId id="269" r:id="rId14"/>
    <p:sldId id="270" r:id="rId15"/>
    <p:sldId id="272" r:id="rId16"/>
    <p:sldId id="274" r:id="rId17"/>
    <p:sldId id="275" r:id="rId18"/>
    <p:sldId id="277" r:id="rId19"/>
    <p:sldId id="276" r:id="rId20"/>
    <p:sldId id="279" r:id="rId21"/>
    <p:sldId id="282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1"/>
            <a:ext cx="8911687" cy="8314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1786" y="1651237"/>
            <a:ext cx="8915400" cy="37776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A84F6-6067-1E33-49D3-45EAD39DC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6602" y="1951460"/>
            <a:ext cx="7752760" cy="1126284"/>
          </a:xfrm>
        </p:spPr>
        <p:txBody>
          <a:bodyPr/>
          <a:lstStyle/>
          <a:p>
            <a:r>
              <a:rPr lang="zh-CN" altLang="en-US" dirty="0"/>
              <a:t>数据库应用实践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09E834-E1E0-A621-9B0F-B51E4E4DE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C85D7-D5C9-4187-F699-5167733F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D67EE-DF83-97A5-5332-D2BAFC0B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任务</a:t>
            </a:r>
          </a:p>
          <a:p>
            <a:pPr lvl="1">
              <a:defRPr/>
            </a:pPr>
            <a:r>
              <a:rPr lang="zh-CN" altLang="en-US" dirty="0"/>
              <a:t>设计并实现人力资源管理系统中的两个功能模块（人力资源档案管理、薪酬管理）</a:t>
            </a:r>
          </a:p>
          <a:p>
            <a:pPr>
              <a:defRPr/>
            </a:pPr>
            <a:r>
              <a:rPr lang="zh-CN" altLang="en-US" dirty="0"/>
              <a:t>过程</a:t>
            </a:r>
          </a:p>
          <a:p>
            <a:pPr lvl="1">
              <a:defRPr/>
            </a:pPr>
            <a:r>
              <a:rPr lang="zh-CN" altLang="en-US" dirty="0"/>
              <a:t>根据需求进行数据库设计</a:t>
            </a:r>
          </a:p>
          <a:p>
            <a:pPr lvl="1">
              <a:defRPr/>
            </a:pPr>
            <a:r>
              <a:rPr lang="zh-CN" altLang="en-US" dirty="0"/>
              <a:t>连接和操作数据库</a:t>
            </a:r>
          </a:p>
          <a:p>
            <a:pPr lvl="1">
              <a:defRPr/>
            </a:pPr>
            <a:r>
              <a:rPr lang="zh-CN" altLang="en-US" dirty="0"/>
              <a:t>设计各模块界面，实现要求的功能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046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57F34-1EF6-B101-CCA6-8C9B2041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27150-F1F5-7EC2-96AF-1B3348389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系统设置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人力资源档案管理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人力资源薪酬管理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权限控制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64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D3503-663D-4649-F398-0D26BFEA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52BFF-F05D-69A3-68F0-59E2A65B9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系统设置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机构关系设置：设置一级机构、二级机构、三级机构以及机构间从属关系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职位设置：设置职位名称以及其从属于的三级机构</a:t>
            </a:r>
          </a:p>
          <a:p>
            <a:pPr lvl="1">
              <a:defRPr/>
            </a:pPr>
            <a:r>
              <a:rPr lang="zh-CN" altLang="en-US" dirty="0"/>
              <a:t>薪酬项目设置：设置薪酬项目，薪酬项目的增删改查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98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19227-D909-611E-70DF-A78DEE4F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CAAD4-0332-23FB-D974-A42FFE01C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机构关系设置界面示例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19D9CB-45B5-FD82-E25C-EA9E99F4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05" y="2205815"/>
            <a:ext cx="7096789" cy="384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1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90971-7A78-0C97-EBE2-63C3A43A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7385-494A-9291-626C-2337C995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机构关系设置界面示例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88A338-26AB-963A-B29E-A9343AA50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2174764"/>
            <a:ext cx="6624736" cy="447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91C8A-157F-4759-28F7-464160C2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50654F-FC9B-2839-5E7D-71DC996DE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机构关系设置界面示例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41AE9F-FCD1-4C8B-1628-9599C016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2221894"/>
            <a:ext cx="6624736" cy="440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6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3CEA5-780B-5F6D-95FA-FB9ABABC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2EC35-B7BA-135F-7A82-5281C2A1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职位界面示例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CBBE03-A8FB-42D5-3392-079E61EBC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2" y="2233937"/>
            <a:ext cx="68484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6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69CD9-1192-725A-9869-A1CB7B37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AE158D-12E6-16B9-18C9-F9EE821C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kern="0" dirty="0"/>
              <a:t>薪酬项目界面示例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6A2026-9CC2-2A4C-FBD9-2C4FFF9F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266" y="2450762"/>
            <a:ext cx="8532440" cy="297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814C5-2F83-DE9C-DC8D-8DFD2E57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E2EB9-CF74-B096-835E-CADE90717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人力资源档案管理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人力资源档案登记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人力资源档案登记复核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人力资源档案查询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人力资源档案变更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人力资源档案删除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2686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22D2-BC41-1495-9B83-E7AD53D5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F9395-85CF-B8CC-87DC-CD3C4867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B3571-AD5A-65F0-B146-5E354040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人力资源档案登记示例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52DB33-800C-39C2-4EA4-03B67229D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22" y="2243579"/>
            <a:ext cx="9806950" cy="368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24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DDC1-B43B-31BA-ED72-D7FDA28B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553DD-3D51-66CD-9D5D-B824AEC6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87049-DB51-56CC-A0D3-E7B7F21DA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人力资源档案登记示例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53A1FB-7009-20C9-F0FB-8BCDD2449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26" y="2306990"/>
            <a:ext cx="9267707" cy="40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3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D20D-14A0-774B-59A4-4C1AEA66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71CAF-7B09-FD7A-A192-FF2DF913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28128-35F4-5016-C5BA-432A6C062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786" y="1651236"/>
            <a:ext cx="8915400" cy="4966379"/>
          </a:xfrm>
        </p:spPr>
        <p:txBody>
          <a:bodyPr>
            <a:normAutofit/>
          </a:bodyPr>
          <a:lstStyle/>
          <a:p>
            <a:r>
              <a:rPr lang="zh-CN" altLang="en-US" dirty="0"/>
              <a:t>人力资源档案登记复核示例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点击“复核”，进入档案详细信息页面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8B36DD-8A6D-DF32-5300-0838A7D4E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15" y="2373898"/>
            <a:ext cx="9907571" cy="271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EC78-9007-81BA-C0F6-B5594294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03903-71A8-7C95-96B2-3F02CDBE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B52EC2-0243-5ED4-4CB8-E84E43310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人力资源档案查询示例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0791EE-6639-5F05-58B8-9BB467999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44" y="2326361"/>
            <a:ext cx="10048973" cy="310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41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FD31-7C95-DA7F-C4FE-A54AF5CD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72A11-7A8E-D50C-AF15-696573C9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C4EB0-4FE2-93D8-FE10-F391444F7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人力资源档案删除示例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6F5607-1ECB-C434-28E5-7747BA80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3" y="2426661"/>
            <a:ext cx="10831398" cy="18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47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FBB5B-F1AD-26FC-5A9A-CB00F901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CBAB5-B0A0-CD74-70AA-BDD748C8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人力资源薪酬管理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薪酬标准登记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薪酬标准复核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薪酬标准查询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薪酬标准变更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薪酬发放登记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薪酬发放复核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薪酬发放查询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0321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09684-244B-C16B-B275-DC56ED88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B324B-DA98-6F7D-FE8F-CFB7BC7F2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67" y="1540189"/>
            <a:ext cx="8915400" cy="3777622"/>
          </a:xfrm>
        </p:spPr>
        <p:txBody>
          <a:bodyPr/>
          <a:lstStyle/>
          <a:p>
            <a:r>
              <a:rPr lang="zh-CN" altLang="en-US" dirty="0"/>
              <a:t>薪酬标准登记示例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75DC51-1406-67F2-C64E-E5DC2E2D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37" y="1455577"/>
            <a:ext cx="6542202" cy="520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76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9F5E-B827-9ED5-7A04-AC49F2CD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EAD62-2C64-5C84-BB0E-F693F25B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A28E70-3F1D-8021-0C54-1047BC0AF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786" y="1651237"/>
            <a:ext cx="8915400" cy="4476186"/>
          </a:xfrm>
        </p:spPr>
        <p:txBody>
          <a:bodyPr/>
          <a:lstStyle/>
          <a:p>
            <a:r>
              <a:rPr lang="zh-CN" altLang="en-US" dirty="0"/>
              <a:t>薪酬标准复核示例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点击“复核”，进入薪酬标准详细信息页面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D8FF0C-E1A2-5E88-9C5C-A1789715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030" y="2205872"/>
            <a:ext cx="9872786" cy="20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20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97C1-80AA-11C0-4E2E-DFEBD972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E1B9C-5D47-3AED-B1F9-E51603A8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FF2EE-890B-1355-AB9B-3807EB89F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薪酬标准查询示例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C3D882-121E-D394-128C-B3A276B5E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92" y="2480076"/>
            <a:ext cx="10275216" cy="170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83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9C16-F8AA-DE0D-597E-8BB5A77B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712EF-93A7-D025-6151-24807929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FCA70-C0E8-0093-877B-2BA595A65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薪酬发放登记示例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E95D9F-4DBC-8E0C-C511-A9825135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93" y="2367649"/>
            <a:ext cx="9610214" cy="187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87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02C0-C094-24EA-4939-4D1C1A0F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4AD4E-F5C6-6263-6C1C-538BDEE2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53D7F-64BF-7F23-5C3A-D3B45B94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薪酬发放登记示例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C23449-0E2D-C51D-19B9-401DC3FB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483" y="2357186"/>
            <a:ext cx="9610214" cy="284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93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B945-B45E-AAA2-1D6C-D91C192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AA747-33CE-672F-45F5-3CE60FEA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17904F-5BD1-6EB7-4A1C-5A4643B1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786" y="1651236"/>
            <a:ext cx="8915400" cy="4702429"/>
          </a:xfrm>
        </p:spPr>
        <p:txBody>
          <a:bodyPr>
            <a:normAutofit/>
          </a:bodyPr>
          <a:lstStyle/>
          <a:p>
            <a:r>
              <a:rPr lang="zh-CN" altLang="en-US" dirty="0"/>
              <a:t>薪酬发放复核示例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点击“复核”进入该机构所有员工薪酬详细列表。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1B4AC2-6233-FC96-1820-56D150ACB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45" y="2319591"/>
            <a:ext cx="10039546" cy="27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10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02C5-EF18-AC0A-D8C6-8E346D28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7BD7F-4025-8089-A8BD-982E1ACC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人力资源管理系统需求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ABB22-C495-8B1D-8625-D8734455F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薪</a:t>
            </a:r>
            <a:r>
              <a:rPr lang="zh-CN" altLang="en-US"/>
              <a:t>酬发放查询示例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7B436A-9E04-EB7B-B28B-8D6434779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49" y="2247280"/>
            <a:ext cx="8276734" cy="441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88144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323</TotalTime>
  <Words>332</Words>
  <Application>Microsoft Office PowerPoint</Application>
  <PresentationFormat>宽屏</PresentationFormat>
  <Paragraphs>90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丝状</vt:lpstr>
      <vt:lpstr>数据库应用实践</vt:lpstr>
      <vt:lpstr>课程安排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  <vt:lpstr>人力资源管理系统需求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</dc:creator>
  <cp:lastModifiedBy>zheng</cp:lastModifiedBy>
  <cp:revision>6</cp:revision>
  <dcterms:created xsi:type="dcterms:W3CDTF">2025-10-17T04:58:44Z</dcterms:created>
  <dcterms:modified xsi:type="dcterms:W3CDTF">2025-10-26T01:22:40Z</dcterms:modified>
</cp:coreProperties>
</file>